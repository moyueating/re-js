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docProps/custom.xml" ContentType="application/vnd.openxmlformats-officedocument.custom-properties+xml"/>
</Types>
</file>

<file path=_rels/.rels><?xml version="1.0" encoding="UTF-8" standalone="yes" ?>
<Relationships xmlns="http://schemas.openxmlformats.org/package/2006/relationships">
    <Relationship Id="rId3" Type="http://schemas.openxmlformats.org/package/2006/relationships/metadata/core-properties" Target="docProps/core.xml" />
    <Relationship Id="rId4" Type="http://schemas.openxmlformats.org/officeDocument/2006/relationships/extended-properties" Target="docProps/app.xml" />
    <Relationship Id="rId1" Type="http://schemas.openxmlformats.org/officeDocument/2006/relationships/officeDocument" Target="ppt/presentation.xml" />
    <Relationship Id="rId2" Type="http://schemas.openxmlformats.org/package/2006/relationships/metadata/thumbnail" Target="docProps/thumbnail.jpeg" />
    <Relationship Id="rId5" Type="http://schemas.openxmlformats.org/officeDocument/2006/relationships/custom-properties" Target="docProps/custom.xml" 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58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20"/>
    <p:restoredTop sz="94674"/>
  </p:normalViewPr>
  <p:slideViewPr>
    <p:cSldViewPr snapToGrid="0" snapToObjects="1">
      <p:cViewPr varScale="1">
        <p:scale>
          <a:sx n="124" d="100"/>
          <a:sy n="124" d="100"/>
        </p:scale>
        <p:origin x="10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smtClean="0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3E1D3-0D51-7A48-A9A0-3BAFC1CCB419}" type="datetimeFigureOut">
              <a:rPr kumimoji="1" lang="zh-CN" altLang="en-US" smtClean="0"/>
              <a:t>2020/5/9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93F63-7C81-094B-B9F1-E2B6AA8EF62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43696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3E1D3-0D51-7A48-A9A0-3BAFC1CCB419}" type="datetimeFigureOut">
              <a:rPr kumimoji="1" lang="zh-CN" altLang="en-US" smtClean="0"/>
              <a:t>2020/5/9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93F63-7C81-094B-B9F1-E2B6AA8EF62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44741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3E1D3-0D51-7A48-A9A0-3BAFC1CCB419}" type="datetimeFigureOut">
              <a:rPr kumimoji="1" lang="zh-CN" altLang="en-US" smtClean="0"/>
              <a:t>2020/5/9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93F63-7C81-094B-B9F1-E2B6AA8EF62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2539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3E1D3-0D51-7A48-A9A0-3BAFC1CCB419}" type="datetimeFigureOut">
              <a:rPr kumimoji="1" lang="zh-CN" altLang="en-US" smtClean="0"/>
              <a:t>2020/5/9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93F63-7C81-094B-B9F1-E2B6AA8EF62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75675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3E1D3-0D51-7A48-A9A0-3BAFC1CCB419}" type="datetimeFigureOut">
              <a:rPr kumimoji="1" lang="zh-CN" altLang="en-US" smtClean="0"/>
              <a:t>2020/5/9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93F63-7C81-094B-B9F1-E2B6AA8EF62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84842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3E1D3-0D51-7A48-A9A0-3BAFC1CCB419}" type="datetimeFigureOut">
              <a:rPr kumimoji="1" lang="zh-CN" altLang="en-US" smtClean="0"/>
              <a:t>2020/5/9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93F63-7C81-094B-B9F1-E2B6AA8EF62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89177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3E1D3-0D51-7A48-A9A0-3BAFC1CCB419}" type="datetimeFigureOut">
              <a:rPr kumimoji="1" lang="zh-CN" altLang="en-US" smtClean="0"/>
              <a:t>2020/5/9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93F63-7C81-094B-B9F1-E2B6AA8EF62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59402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3E1D3-0D51-7A48-A9A0-3BAFC1CCB419}" type="datetimeFigureOut">
              <a:rPr kumimoji="1" lang="zh-CN" altLang="en-US" smtClean="0"/>
              <a:t>2020/5/9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93F63-7C81-094B-B9F1-E2B6AA8EF62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85723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3E1D3-0D51-7A48-A9A0-3BAFC1CCB419}" type="datetimeFigureOut">
              <a:rPr kumimoji="1" lang="zh-CN" altLang="en-US" smtClean="0"/>
              <a:t>2020/5/9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93F63-7C81-094B-B9F1-E2B6AA8EF62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2633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3E1D3-0D51-7A48-A9A0-3BAFC1CCB419}" type="datetimeFigureOut">
              <a:rPr kumimoji="1" lang="zh-CN" altLang="en-US" smtClean="0"/>
              <a:t>2020/5/9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93F63-7C81-094B-B9F1-E2B6AA8EF62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32050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3E1D3-0D51-7A48-A9A0-3BAFC1CCB419}" type="datetimeFigureOut">
              <a:rPr kumimoji="1" lang="zh-CN" altLang="en-US" smtClean="0"/>
              <a:t>2020/5/9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93F63-7C81-094B-B9F1-E2B6AA8EF62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9397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73E1D3-0D51-7A48-A9A0-3BAFC1CCB419}" type="datetimeFigureOut">
              <a:rPr kumimoji="1" lang="zh-CN" altLang="en-US" smtClean="0"/>
              <a:t>2020/5/9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193F63-7C81-094B-B9F1-E2B6AA8EF62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14993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Webpack</a:t>
            </a:r>
            <a:r>
              <a:rPr kumimoji="1" lang="zh-CN" altLang="en-US" dirty="0" smtClean="0"/>
              <a:t>资源优化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1155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/>
              <a:t>t</a:t>
            </a:r>
            <a:r>
              <a:rPr kumimoji="1" lang="en-US" altLang="zh-CN" b="1" dirty="0" smtClean="0"/>
              <a:t>ree-shaking</a:t>
            </a:r>
            <a:endParaRPr kumimoji="1"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825626"/>
            <a:ext cx="10602433" cy="139604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kumimoji="1" lang="zh-CN" altLang="en-US" dirty="0" smtClean="0"/>
              <a:t>原理</a:t>
            </a:r>
            <a:endParaRPr kumimoji="1" lang="en-US" altLang="zh-CN" dirty="0" smtClean="0"/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kumimoji="1" lang="en-US" altLang="zh-CN" dirty="0" smtClean="0"/>
              <a:t>ESM</a:t>
            </a:r>
            <a:r>
              <a:rPr kumimoji="1" lang="zh-CN" altLang="en-US" dirty="0" smtClean="0"/>
              <a:t>依赖静态解析，编译时候判断引入的代码模块</a:t>
            </a:r>
            <a:r>
              <a:rPr kumimoji="1" lang="en-US" altLang="zh-CN" dirty="0" smtClean="0"/>
              <a:t>	</a:t>
            </a:r>
            <a:endParaRPr kumimoji="1" lang="en-US" altLang="zh-CN" dirty="0"/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kumimoji="1" lang="zh-CN" altLang="en-US" dirty="0" smtClean="0"/>
              <a:t>分析程序流，判断哪些变量是否被引用，进而删除未引用的代码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38198" y="5041385"/>
            <a:ext cx="10515601" cy="867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kumimoji="1" lang="zh-CN" altLang="en-US" sz="2800" dirty="0" smtClean="0">
                <a:latin typeface="+mn-ea"/>
                <a:cs typeface="+mj-cs"/>
              </a:rPr>
              <a:t>那为什么</a:t>
            </a:r>
            <a:r>
              <a:rPr kumimoji="1" lang="zh-CN" altLang="en-US" sz="2800" dirty="0">
                <a:latin typeface="+mn-ea"/>
                <a:cs typeface="+mj-cs"/>
              </a:rPr>
              <a:t>我们自己冗余的代码不会被自动剔除</a:t>
            </a:r>
            <a:r>
              <a:rPr kumimoji="1" lang="zh-CN" altLang="en-US" sz="2800" smtClean="0">
                <a:latin typeface="+mn-ea"/>
                <a:cs typeface="+mj-cs"/>
              </a:rPr>
              <a:t>掉？</a:t>
            </a:r>
            <a:r>
              <a:rPr kumimoji="1" lang="zh-CN" altLang="en-US" sz="2800">
                <a:solidFill>
                  <a:srgbClr val="FF0000"/>
                </a:solidFill>
              </a:rPr>
              <a:t>代码副作用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endParaRPr kumimoji="1" lang="zh-CN" altLang="en-US" sz="2800" dirty="0">
              <a:latin typeface="+mn-ea"/>
              <a:cs typeface="+mj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38200" y="3356604"/>
            <a:ext cx="1051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charset="0"/>
              <a:buChar char="•"/>
            </a:pPr>
            <a:r>
              <a:rPr kumimoji="1" lang="zh-CN" altLang="en-US" sz="2400" dirty="0"/>
              <a:t>使用</a:t>
            </a:r>
            <a:endParaRPr kumimoji="1" lang="en-US" altLang="zh-CN" sz="2400" dirty="0"/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buFont typeface="Arial" charset="0"/>
              <a:buChar char="•"/>
            </a:pPr>
            <a:r>
              <a:rPr kumimoji="1" lang="en-US" altLang="zh-CN" sz="2400" dirty="0" err="1"/>
              <a:t>Webpack</a:t>
            </a:r>
            <a:r>
              <a:rPr kumimoji="1" lang="zh-CN" altLang="en-US" sz="2400" dirty="0"/>
              <a:t>打包在</a:t>
            </a:r>
            <a:r>
              <a:rPr lang="en-US" altLang="zh-CN" sz="2400" dirty="0"/>
              <a:t>mode</a:t>
            </a:r>
            <a:r>
              <a:rPr lang="zh-CN" altLang="en-US" sz="2400" dirty="0"/>
              <a:t>为</a:t>
            </a:r>
            <a:r>
              <a:rPr lang="en-US" altLang="zh-CN" sz="2400" dirty="0"/>
              <a:t>production</a:t>
            </a:r>
            <a:r>
              <a:rPr lang="zh-CN" altLang="en-US" sz="2400" dirty="0"/>
              <a:t>的模式下会自动开启</a:t>
            </a:r>
            <a:endParaRPr kumimoji="1" lang="en-US" altLang="zh-CN" sz="2400" dirty="0"/>
          </a:p>
          <a:p>
            <a:endParaRPr kumimoji="1"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26426300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9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900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9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 build="p"/>
      <p:bldP spid="12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509179" y="5406092"/>
            <a:ext cx="114642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 smtClean="0">
                <a:latin typeface="+mn-ea"/>
              </a:rPr>
              <a:t>因为这两个方法没有任何的副作用，所以在</a:t>
            </a:r>
            <a:r>
              <a:rPr kumimoji="1" lang="en-US" altLang="zh-CN" sz="2800" dirty="0" err="1" smtClean="0">
                <a:latin typeface="+mn-ea"/>
              </a:rPr>
              <a:t>webpack</a:t>
            </a:r>
            <a:r>
              <a:rPr kumimoji="1" lang="zh-CN" altLang="en-US" sz="2800" dirty="0" smtClean="0">
                <a:latin typeface="+mn-ea"/>
              </a:rPr>
              <a:t>打包正确剔除了死代码</a:t>
            </a:r>
            <a:endParaRPr kumimoji="1" lang="zh-CN" altLang="en-US" sz="2800" dirty="0">
              <a:latin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09179" y="318294"/>
            <a:ext cx="223651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3200" dirty="0" smtClean="0">
                <a:latin typeface="+mj-lt"/>
              </a:rPr>
              <a:t>方法的打包</a:t>
            </a:r>
            <a:endParaRPr kumimoji="1" lang="zh-CN" altLang="en-US" sz="3200" dirty="0">
              <a:latin typeface="+mj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866" y="1460313"/>
            <a:ext cx="4064000" cy="7112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2588" y="1463932"/>
            <a:ext cx="3327400" cy="17018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866" y="3660939"/>
            <a:ext cx="10620054" cy="1114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485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78196" y="584790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 smtClean="0"/>
              <a:t>无副作用组件类的打包</a:t>
            </a:r>
            <a:endParaRPr kumimoji="1" lang="zh-CN" altLang="en-US" sz="3200" dirty="0"/>
          </a:p>
        </p:txBody>
      </p:sp>
      <p:sp>
        <p:nvSpPr>
          <p:cNvPr id="5" name="文本框 4"/>
          <p:cNvSpPr txBox="1"/>
          <p:nvPr/>
        </p:nvSpPr>
        <p:spPr>
          <a:xfrm>
            <a:off x="1052623" y="19032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1" y="1286432"/>
            <a:ext cx="3398595" cy="497887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4411" y="1217022"/>
            <a:ext cx="4457700" cy="14097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2372" y="3428344"/>
            <a:ext cx="9192322" cy="2565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330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78196" y="584790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 smtClean="0"/>
              <a:t>有副作用组件类的打包</a:t>
            </a:r>
            <a:endParaRPr kumimoji="1" lang="zh-CN" altLang="en-US" sz="3200" dirty="0"/>
          </a:p>
        </p:txBody>
      </p:sp>
      <p:sp>
        <p:nvSpPr>
          <p:cNvPr id="5" name="文本框 4"/>
          <p:cNvSpPr txBox="1"/>
          <p:nvPr/>
        </p:nvSpPr>
        <p:spPr>
          <a:xfrm>
            <a:off x="1052623" y="19032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136" y="1169565"/>
            <a:ext cx="3361825" cy="546409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6855" y="1169565"/>
            <a:ext cx="3721100" cy="15113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7784" y="3508794"/>
            <a:ext cx="9147717" cy="2860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463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 smtClean="0"/>
              <a:t>不那么可靠的</a:t>
            </a:r>
            <a:r>
              <a:rPr kumimoji="1" lang="en-US" altLang="zh-CN" b="1" dirty="0" smtClean="0"/>
              <a:t>babel</a:t>
            </a:r>
            <a:endParaRPr kumimoji="1"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 smtClean="0"/>
              <a:t>通常项目的打包编译是指  </a:t>
            </a:r>
            <a:r>
              <a:rPr kumimoji="1" lang="en-US" altLang="zh-CN" dirty="0" smtClean="0"/>
              <a:t>babel</a:t>
            </a:r>
            <a:r>
              <a:rPr kumimoji="1" lang="zh-CN" altLang="en-US" dirty="0" smtClean="0"/>
              <a:t>转译 </a:t>
            </a:r>
            <a:r>
              <a:rPr kumimoji="1" lang="en-US" altLang="zh-CN" dirty="0" smtClean="0"/>
              <a:t>+</a:t>
            </a:r>
            <a:r>
              <a:rPr kumimoji="1" lang="zh-CN" altLang="en-US" dirty="0" smtClean="0"/>
              <a:t> </a:t>
            </a:r>
            <a:r>
              <a:rPr kumimoji="1" lang="en-US" altLang="zh-CN" dirty="0" err="1" smtClean="0"/>
              <a:t>webpack</a:t>
            </a:r>
            <a:r>
              <a:rPr kumimoji="1" lang="zh-CN" altLang="en-US" dirty="0" smtClean="0"/>
              <a:t>打包压缩。</a:t>
            </a:r>
            <a:endParaRPr kumimoji="1" lang="en-US" altLang="zh-CN" dirty="0" smtClean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 smtClean="0"/>
              <a:t>基本配置：</a:t>
            </a:r>
            <a:endParaRPr kumimoji="1" lang="en-US" altLang="zh-CN" dirty="0" smtClean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58294"/>
            <a:ext cx="3672806" cy="178622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6588" y="2858294"/>
            <a:ext cx="6706937" cy="258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071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2559"/>
          </a:xfrm>
        </p:spPr>
        <p:txBody>
          <a:bodyPr>
            <a:normAutofit/>
          </a:bodyPr>
          <a:lstStyle/>
          <a:p>
            <a:r>
              <a:rPr kumimoji="1" lang="zh-CN" altLang="en-US" sz="3200" b="1" dirty="0" smtClean="0">
                <a:latin typeface="+mj-ea"/>
              </a:rPr>
              <a:t>如何避免？</a:t>
            </a:r>
            <a:endParaRPr kumimoji="1" lang="zh-CN" altLang="en-US" sz="3200" b="1" dirty="0">
              <a:latin typeface="+mj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37684"/>
            <a:ext cx="10515600" cy="1998921"/>
          </a:xfrm>
        </p:spPr>
        <p:txBody>
          <a:bodyPr>
            <a:normAutofit lnSpcReduction="10000"/>
          </a:bodyPr>
          <a:lstStyle/>
          <a:p>
            <a:r>
              <a:rPr kumimoji="1" lang="zh-CN" altLang="en-US" sz="2000" dirty="0" smtClean="0"/>
              <a:t>使用</a:t>
            </a:r>
            <a:r>
              <a:rPr kumimoji="1" lang="en-US" altLang="zh-CN" sz="2000" dirty="0" err="1" smtClean="0"/>
              <a:t>esm</a:t>
            </a:r>
            <a:r>
              <a:rPr kumimoji="1" lang="en-US" altLang="zh-CN" sz="2000" dirty="0" smtClean="0"/>
              <a:t>(import)</a:t>
            </a:r>
            <a:r>
              <a:rPr kumimoji="1" lang="zh-CN" altLang="en-US" sz="2000" dirty="0" smtClean="0"/>
              <a:t>来引用模块</a:t>
            </a:r>
            <a:endParaRPr kumimoji="1" lang="en-US" altLang="zh-CN" sz="2000" dirty="0" smtClean="0"/>
          </a:p>
          <a:p>
            <a:r>
              <a:rPr kumimoji="1" lang="zh-CN" altLang="en-US" sz="2000" dirty="0" smtClean="0"/>
              <a:t>编写代码过程中减少无意义方法的执行调用</a:t>
            </a:r>
            <a:endParaRPr kumimoji="1" lang="en-US" altLang="zh-CN" sz="2000" dirty="0" smtClean="0"/>
          </a:p>
          <a:p>
            <a:r>
              <a:rPr kumimoji="1" lang="zh-CN" altLang="en-US" sz="2000" dirty="0" smtClean="0"/>
              <a:t>对于不支持</a:t>
            </a:r>
            <a:r>
              <a:rPr kumimoji="1" lang="en-US" altLang="zh-CN" sz="2000" dirty="0" err="1" smtClean="0"/>
              <a:t>esm</a:t>
            </a:r>
            <a:r>
              <a:rPr kumimoji="1" lang="zh-CN" altLang="en-US" sz="2000" dirty="0" smtClean="0"/>
              <a:t>的</a:t>
            </a:r>
            <a:r>
              <a:rPr kumimoji="1" lang="en-US" altLang="zh-CN" sz="2000" dirty="0" err="1" smtClean="0"/>
              <a:t>npm</a:t>
            </a:r>
            <a:r>
              <a:rPr kumimoji="1" lang="zh-CN" altLang="en-US" sz="2000" dirty="0" smtClean="0"/>
              <a:t>包，尽量细化</a:t>
            </a:r>
            <a:r>
              <a:rPr kumimoji="1" lang="en-US" altLang="zh-CN" sz="2000" dirty="0" smtClean="0"/>
              <a:t>path</a:t>
            </a:r>
            <a:r>
              <a:rPr kumimoji="1" lang="zh-CN" altLang="en-US" sz="2000" dirty="0" smtClean="0"/>
              <a:t>，避免全量引入</a:t>
            </a:r>
            <a:endParaRPr kumimoji="1" lang="en-US" altLang="zh-CN" sz="2000" dirty="0"/>
          </a:p>
          <a:p>
            <a:pPr marL="0" lvl="1" indent="0">
              <a:spcBef>
                <a:spcPts val="1000"/>
              </a:spcBef>
              <a:buNone/>
            </a:pPr>
            <a:r>
              <a:rPr kumimoji="1" lang="zh-CN" altLang="en-US" dirty="0"/>
              <a:t> </a:t>
            </a:r>
            <a:r>
              <a:rPr kumimoji="1" lang="zh-CN" altLang="en-US" dirty="0" smtClean="0"/>
              <a:t>  </a:t>
            </a:r>
            <a:r>
              <a:rPr kumimoji="1" lang="zh-CN" altLang="en-US" sz="2000" dirty="0" smtClean="0"/>
              <a:t>例：</a:t>
            </a:r>
            <a:r>
              <a:rPr kumimoji="1" lang="en-US" altLang="zh-CN" sz="2000" dirty="0" smtClean="0"/>
              <a:t>import</a:t>
            </a:r>
            <a:r>
              <a:rPr kumimoji="1" lang="zh-CN" altLang="en-US" sz="2000" dirty="0" smtClean="0"/>
              <a:t> </a:t>
            </a:r>
            <a:r>
              <a:rPr kumimoji="1" lang="en-US" altLang="zh-CN" sz="2000" dirty="0" smtClean="0"/>
              <a:t>Button</a:t>
            </a:r>
            <a:r>
              <a:rPr kumimoji="1" lang="zh-CN" altLang="en-US" sz="2000" dirty="0" smtClean="0"/>
              <a:t> </a:t>
            </a:r>
            <a:r>
              <a:rPr kumimoji="1" lang="en-US" altLang="zh-CN" sz="2000" dirty="0"/>
              <a:t>from</a:t>
            </a:r>
            <a:r>
              <a:rPr kumimoji="1" lang="zh-CN" altLang="en-US" sz="2000" dirty="0"/>
              <a:t>‘</a:t>
            </a:r>
            <a:r>
              <a:rPr kumimoji="1" lang="en-US" altLang="zh-CN" sz="2000" dirty="0" err="1" smtClean="0"/>
              <a:t>antd</a:t>
            </a:r>
            <a:r>
              <a:rPr kumimoji="1" lang="en-US" altLang="zh-CN" sz="2000" dirty="0" smtClean="0"/>
              <a:t>/lib/button’</a:t>
            </a:r>
            <a:r>
              <a:rPr kumimoji="1" lang="zh-CN" altLang="en-US" sz="2000" dirty="0" smtClean="0"/>
              <a:t>而非</a:t>
            </a:r>
            <a:r>
              <a:rPr kumimoji="1" lang="en-US" altLang="zh-CN" sz="2000" dirty="0"/>
              <a:t>import</a:t>
            </a:r>
            <a:r>
              <a:rPr kumimoji="1" lang="zh-CN" altLang="en-US" sz="2000" dirty="0"/>
              <a:t> </a:t>
            </a:r>
            <a:r>
              <a:rPr kumimoji="1" lang="en-US" altLang="zh-CN" sz="2000" dirty="0" smtClean="0"/>
              <a:t>{Button}</a:t>
            </a:r>
            <a:r>
              <a:rPr kumimoji="1" lang="zh-CN" altLang="en-US" sz="2000" dirty="0" smtClean="0"/>
              <a:t> </a:t>
            </a:r>
            <a:r>
              <a:rPr kumimoji="1" lang="en-US" altLang="zh-CN" sz="2000" dirty="0" smtClean="0"/>
              <a:t>from</a:t>
            </a:r>
            <a:r>
              <a:rPr kumimoji="1" lang="zh-CN" altLang="en-US" sz="2000" dirty="0"/>
              <a:t> </a:t>
            </a:r>
            <a:r>
              <a:rPr kumimoji="1" lang="en-US" altLang="zh-CN" sz="2000" dirty="0" smtClean="0"/>
              <a:t>“</a:t>
            </a:r>
            <a:r>
              <a:rPr kumimoji="1" lang="en-US" altLang="zh-CN" sz="2000" dirty="0" err="1"/>
              <a:t>antd</a:t>
            </a:r>
            <a:r>
              <a:rPr kumimoji="1" lang="en-US" altLang="zh-CN" sz="2000" dirty="0" smtClean="0"/>
              <a:t>”</a:t>
            </a:r>
          </a:p>
          <a:p>
            <a:pPr marL="342900" lvl="1" indent="-342900">
              <a:spcBef>
                <a:spcPts val="1000"/>
              </a:spcBef>
            </a:pPr>
            <a:r>
              <a:rPr kumimoji="1" lang="zh-CN" altLang="en-US" sz="2000" dirty="0" smtClean="0"/>
              <a:t>对于可能存在重复依赖的模块尽量使用</a:t>
            </a:r>
            <a:r>
              <a:rPr kumimoji="1" lang="en-US" altLang="zh-CN" sz="2000" dirty="0" err="1" smtClean="0"/>
              <a:t>webpack</a:t>
            </a:r>
            <a:r>
              <a:rPr kumimoji="1" lang="zh-CN" altLang="en-US" sz="2000" dirty="0" smtClean="0"/>
              <a:t>别名指定具体路径</a:t>
            </a:r>
            <a:endParaRPr kumimoji="1" lang="en-US" altLang="zh-CN" sz="2000" dirty="0" smtClean="0"/>
          </a:p>
          <a:p>
            <a:pPr marL="342900" lvl="1" indent="-342900">
              <a:spcBef>
                <a:spcPts val="1000"/>
              </a:spcBef>
            </a:pPr>
            <a:endParaRPr kumimoji="1" lang="en-US" altLang="zh-CN" sz="2000" dirty="0"/>
          </a:p>
          <a:p>
            <a:pPr marL="0" indent="0">
              <a:buNone/>
            </a:pPr>
            <a:endParaRPr kumimoji="1"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934" y="3060766"/>
            <a:ext cx="5021299" cy="3797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18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3191"/>
          </a:xfrm>
        </p:spPr>
        <p:txBody>
          <a:bodyPr>
            <a:normAutofit/>
          </a:bodyPr>
          <a:lstStyle/>
          <a:p>
            <a:r>
              <a:rPr kumimoji="1" lang="en-US" altLang="zh-CN" sz="3200" b="1" dirty="0" err="1" smtClean="0">
                <a:latin typeface="+mj-ea"/>
              </a:rPr>
              <a:t>Webpack</a:t>
            </a:r>
            <a:r>
              <a:rPr kumimoji="1" lang="zh-CN" altLang="en-US" sz="3200" b="1" dirty="0" smtClean="0">
                <a:latin typeface="+mj-ea"/>
              </a:rPr>
              <a:t>合并资源插件</a:t>
            </a:r>
            <a:endParaRPr kumimoji="1" lang="zh-CN" altLang="en-US" sz="3200" b="1" dirty="0">
              <a:latin typeface="+mj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550" y="1017323"/>
            <a:ext cx="6040427" cy="584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910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175</Words>
  <Application>Microsoft Macintosh PowerPoint</Application>
  <PresentationFormat>宽屏</PresentationFormat>
  <Paragraphs>22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Arial</vt:lpstr>
      <vt:lpstr>DengXian</vt:lpstr>
      <vt:lpstr>DengXian Light</vt:lpstr>
      <vt:lpstr>Office 主题</vt:lpstr>
      <vt:lpstr>Webpack资源优化</vt:lpstr>
      <vt:lpstr>tree-shaking</vt:lpstr>
      <vt:lpstr>PowerPoint 演示文稿</vt:lpstr>
      <vt:lpstr>PowerPoint 演示文稿</vt:lpstr>
      <vt:lpstr>PowerPoint 演示文稿</vt:lpstr>
      <vt:lpstr>不那么可靠的babel</vt:lpstr>
      <vt:lpstr>如何避免？</vt:lpstr>
      <vt:lpstr>Webpack合并资源插件</vt:lpstr>
    </vt:vector>
  </TitlesOfParts>
  <Company/>
  <LinksUpToDate>false</LinksUpToDate>
  <SharedDoc>false</SharedDoc>
  <HyperlinksChanged>false</HyperlinksChanged>
  <AppVersion>15.0037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Webpack资源优化</dc:title>
  <dc:creator>Microsoft Office 用户</dc:creator>
  <cp:lastModifiedBy>Microsoft Office 用户</cp:lastModifiedBy>
  <cp:revision>17</cp:revision>
  <dcterms:created xsi:type="dcterms:W3CDTF">2020-05-07T03:56:10Z</dcterms:created>
  <dcterms:modified xsi:type="dcterms:W3CDTF">2020-05-09T09:26:03Z</dcterms:modified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name="CWMec9252b191d711ea8f0961ae0f0961ae" pid="2" fmtid="{D5CDD505-2E9C-101B-9397-08002B2CF9AE}">
    <vt:lpwstr>CWMXg0CNNXQ6Tgxynl2ggQaZmHowjgzWZ23Mv4npmX1sr9E/y60F3843YuhWaLkPxyW+Sgnw2zh0RgzBSHufQJziQ==</vt:lpwstr>
  </property>
</Properties>
</file>